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 AI 기술 트렌드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3268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알아야 할 핵심 트렌드 6가지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411480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411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TRENDS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8288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agen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6596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542032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에이전틱 AI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2907792"/>
            <a:ext cx="29970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스스로 계획을 세우고 도구를 사용해 작업을 끝까지 수행하는 AI 에이전트가 확산되고 있습니다.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22978" y="155448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97298" y="18288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multimod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458" y="196596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97298" y="2542032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멀티모달 AI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97298" y="2907792"/>
            <a:ext cx="29970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텍스트·이미지·음성·영상을 함께 이해하고 생성하는 모델이 표준이 되고 있습니다.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88757" y="155448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63077" y="18288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ondevi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0237" y="1965960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63077" y="2542032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온디바이스 AI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463077" y="2907792"/>
            <a:ext cx="29970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스마트폰과 노트북에서 바로 구동되는 경량·고효율 모델이 늘어나고 있습니다.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57200" y="416052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31520" y="44348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3" descr="cod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572000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1520" y="5148072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코딩 어시스턴트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731520" y="5513832"/>
            <a:ext cx="29970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작성부터 리뷰, 배포까지 개발 전 과정을 돕는 AI 도구가 보편화됐습니다.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322978" y="416052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97298" y="44348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4" descr="enterpri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4458" y="4572000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597298" y="5148072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기업용 AI 도입 확산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4597298" y="5513832"/>
            <a:ext cx="29970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 데이터와 연동한 RAG 기반 업무 자동화가 산업 전반으로 퍼지고 있습니다.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8188757" y="416052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463077" y="44348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3" name="Image 5" descr="governanc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0237" y="4572000"/>
            <a:ext cx="292608" cy="29260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463077" y="5148072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거버넌스 강화</a:t>
            </a:r>
            <a:endParaRPr lang="en-US" sz="1600" dirty="0"/>
          </a:p>
        </p:txBody>
      </p:sp>
      <p:sp>
        <p:nvSpPr>
          <p:cNvPr id="35" name="Text 27"/>
          <p:cNvSpPr/>
          <p:nvPr/>
        </p:nvSpPr>
        <p:spPr>
          <a:xfrm>
            <a:off x="8463077" y="5513832"/>
            <a:ext cx="29970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안전성·저작권·투명성을 둘러싼 규제와 산업 자율 기준이 정교해지고 있습니다.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업계 동향을 바탕으로 정리한 요약 자료입니다.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2026-08-05T06:26:59Z</dcterms:created>
  <dcterms:modified xsi:type="dcterms:W3CDTF">2026-08-05T06:26:59Z</dcterms:modified>
</cp:coreProperties>
</file>